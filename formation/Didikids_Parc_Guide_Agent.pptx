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destine aux agents d'accueil. Le gerant a sa propre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 plan : les entrees, l'inscription, les relances.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compte personnel des le debut.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 vrai ecran en parallele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le geste a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compteur 'avant visite offerte' n'apparait que si la fidelite est activee.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derniers cas se resolvent par une vente : voir les slides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seuil est reglable par le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coeur du guide : l'agent doit pouvoir le faire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code membre (M-0005) est attribue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logiciel refuse : l'enfant a deja une carte, utiliser 'Carte perdue'.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: le montant bloque protege l'employe autant que le parc.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parcours d'inscription. Enchainer sur la carte perdue.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parent retrouve l'ancienne carte : la reposer sur la fiche, elle se reactive.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cette tache a un moment calme de la journee.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afficher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numero du responsable affiche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par une mise en pratique sur le vrai lecteur.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Didikids </a:t>
            </a:r>
            <a:r>
              <a:rPr sz="5400" b="1">
                <a:solidFill>
                  <a:srgbClr val="F5C518"/>
                </a:solidFill>
                <a:latin typeface="Calibri"/>
              </a:rPr>
              <a:t>Parc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E8F7EA"/>
                </a:solidFill>
                <a:latin typeface="Calibri"/>
              </a:rPr>
              <a:t>GUIDE DE L'AGENT D'ACCUEIL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Tout ce que vous ferez au comptoir, écran par écran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5120640" cy="658368"/>
          </a:xfrm>
          <a:prstGeom prst="roundRect">
            <a:avLst>
              <a:gd name="adj" fmla="val 8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2303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D3A2E"/>
                </a:solidFill>
                <a:latin typeface="Calibri"/>
              </a:rPr>
              <a:t>Formation interne · Équipe d'accueil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Votre journée en trois gestes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Ce guide couvre exactement ces trois situations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29000" cy="4023360"/>
          </a:xfrm>
          <a:prstGeom prst="roundRect">
            <a:avLst>
              <a:gd name="adj" fmla="val 8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468880"/>
            <a:ext cx="777240" cy="77724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66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2A7A3B"/>
                </a:solidFill>
                <a:latin typeface="Calibri"/>
              </a:rPr>
              <a:t>Un enfant arrive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Il pose sa carte, vous lisez la couleur de l'écran. C'est tout.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29000" cy="402336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60" y="2468880"/>
            <a:ext cx="777240" cy="77724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66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2A7A3B"/>
                </a:solidFill>
                <a:latin typeface="Calibri"/>
              </a:rPr>
              <a:t>Un nouveau client s'inscrit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16052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Vous créez sa fiche, vous lui donnez une carte, vous encaissez. Vous faites tout, seul.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11680"/>
            <a:ext cx="3429000" cy="4023360"/>
          </a:xfrm>
          <a:prstGeom prst="roundRect">
            <a:avLst>
              <a:gd name="adj" fmla="val 8000"/>
            </a:avLst>
          </a:prstGeom>
          <a:solidFill>
            <a:srgbClr val="F3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60" y="2468880"/>
            <a:ext cx="777240" cy="777240"/>
          </a:xfrm>
          <a:prstGeom prst="ellipse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66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2A7A3B"/>
                </a:solidFill>
                <a:latin typeface="Calibri"/>
              </a:rPr>
              <a:t>Vous appelez les parents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16052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Abonnements qui se terminent et anniversaires à venir, avec le message déjà 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Se connecter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Votre compte est personnel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212140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Ouvrez le logiciel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48716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Double-cliquez sur l'icône « Didikids Parc » du Bureau. Une fenêtre noire s'ouvre : ne la fermez jamais.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383279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4015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Saisissez vos identifiants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376732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Votre nom d'utilisateur et votre mot de passe, remis par le responsable.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4681727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L'écran d'accueil s'ouvre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504748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Vous êtes prêt à recevoir les enfants.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2603154"/>
            <a:ext cx="2468880" cy="2840410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0_con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57434"/>
            <a:ext cx="2468880" cy="284041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732520" y="2103120"/>
            <a:ext cx="2743200" cy="352044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2857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468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D3A2E"/>
                </a:solidFill>
                <a:latin typeface="Calibri"/>
              </a:rPr>
              <a:t>RÈGLE IMPORTANTE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017520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0">
                <a:solidFill>
                  <a:srgbClr val="2D3A2E"/>
                </a:solidFill>
                <a:latin typeface="Calibri"/>
              </a:rPr>
              <a:t>Ne prêtez votre compte à personne, même à un collègue, même cinq minutes.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0">
                <a:solidFill>
                  <a:srgbClr val="2D3A2E"/>
                </a:solidFill>
                <a:latin typeface="Calibri"/>
              </a:rPr>
              <a:t>Chaque entrée validée et chaque encaissement portent votre nom.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50" b="0">
                <a:solidFill>
                  <a:srgbClr val="2D3A2E"/>
                </a:solidFill>
                <a:latin typeface="Calibri"/>
              </a:rPr>
              <a:t>C'est votre protection : personne ne pourra vous reprocher l'erreur d'un autre.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L'écran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Voici l'écran devant lequel vous passerez la journée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" y="1920239"/>
            <a:ext cx="6729983" cy="4206240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874519"/>
            <a:ext cx="6729983" cy="42062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392082" y="220827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3747576" y="3280867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170371" y="2334463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2103120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212140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Le menu à gauche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24871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Vos quatre pages. Si un menu manque, c'est normal : chacun voit ce qui le concerne.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3383279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34015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La zone de lecture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37673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Le curseur y reste tout seul. Ne cliquez nulle part, posez la carte.</a:t>
            </a:r>
          </a:p>
        </p:txBody>
      </p:sp>
      <p:sp>
        <p:nvSpPr>
          <p:cNvPr id="16" name="Oval 15"/>
          <p:cNvSpPr/>
          <p:nvPr/>
        </p:nvSpPr>
        <p:spPr>
          <a:xfrm>
            <a:off x="8275320" y="4663440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4681727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Les passages du jour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504748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Qui est entré, à quelle heure.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Valider une entrée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Le geste que vous répéterez cent fois par jour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3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42316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6032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L'enfant pose sa carte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sur le lecteur du comptoir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3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42316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6032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Le logiciel répond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3756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en moins d'une seconde, avec un 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10312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3E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42316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6032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Vous lisez la couleur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vert = il entre · rouge = il n'entre pas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54880"/>
            <a:ext cx="10789920" cy="1508760"/>
          </a:xfrm>
          <a:prstGeom prst="roundRect">
            <a:avLst>
              <a:gd name="adj" fmla="val 8000"/>
            </a:avLst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F5C518"/>
                </a:solidFill>
                <a:latin typeface="Calibri"/>
              </a:rPr>
              <a:t>Vous n'avez rien à taper. Rien à cliquer.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61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Si le lecteur ne répond pas, tapez le numéro de la carte à la main dans le champ, puis appuyez sur Entrée.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L'écran vert : l'enfant peut entrer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Quatre informations à lire avant de le laisser passer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065083"/>
            <a:ext cx="5486400" cy="3733673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entree_autori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9363"/>
            <a:ext cx="5486400" cy="373367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236976" y="2805561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882896" y="3078119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2534716" y="3533628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4240987" y="3533628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210312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084831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D3A2E"/>
                </a:solidFill>
                <a:latin typeface="Calibri"/>
              </a:rPr>
              <a:t>Le nom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46887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7C8F7E"/>
                </a:solidFill>
                <a:latin typeface="Calibri"/>
              </a:rPr>
              <a:t>Vérifiez que c'est bien l'enfant devant vous.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3063239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044951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D3A2E"/>
                </a:solidFill>
                <a:latin typeface="Calibri"/>
              </a:rPr>
              <a:t>L'abonnement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42899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7C8F7E"/>
                </a:solidFill>
                <a:latin typeface="Calibri"/>
              </a:rPr>
              <a:t>Le forfait dont il dispose.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4023359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005072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D3A2E"/>
                </a:solidFill>
                <a:latin typeface="Calibri"/>
              </a:rPr>
              <a:t>Les entrées restantes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389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7C8F7E"/>
                </a:solidFill>
                <a:latin typeface="Calibri"/>
              </a:rPr>
              <a:t>S'il n'en reste qu'une, prévenez le parent.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4983479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965192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D3A2E"/>
                </a:solidFill>
                <a:latin typeface="Calibri"/>
              </a:rPr>
              <a:t>La date d'expiration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5349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7C8F7E"/>
                </a:solidFill>
                <a:latin typeface="Calibri"/>
              </a:rPr>
              <a:t>Si la date approche, proposez le renouvellement.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548640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687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D3A2E"/>
                </a:solidFill>
                <a:latin typeface="Calibri"/>
              </a:rPr>
              <a:t>« Déjà passé 2 fois » : vérifiez que ce n'est pas une erreur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L'écran rouge : l'enfant ne peut pas entrer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Le motif est toujours écrit — lisez-le au parent, il comprendra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0415" y="1872542"/>
            <a:ext cx="3657600" cy="1284115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entree_refu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6822"/>
            <a:ext cx="3657600" cy="1284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C8F7E"/>
                </a:solidFill>
                <a:latin typeface="Calibri"/>
              </a:rPr>
              <a:t>CE QUI S'AFFICHE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C8F7E"/>
                </a:solidFill>
                <a:latin typeface="Calibri"/>
              </a:rPr>
              <a:t>CE QUE ÇA VEUT DIRE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3101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C8F7E"/>
                </a:solidFill>
                <a:latin typeface="Calibri"/>
              </a:rPr>
              <a:t>CE QUE VOUS FAITES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6949440" cy="67665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D9463E"/>
                </a:solidFill>
                <a:latin typeface="Calibri"/>
              </a:rPr>
              <a:t>Carte inconnue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D3A2E"/>
                </a:solidFill>
                <a:latin typeface="Calibri"/>
              </a:rPr>
              <a:t>Elle n'est enregistrée sur aucun enfant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694944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015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D9463E"/>
                </a:solidFill>
                <a:latin typeface="Calibri"/>
              </a:rPr>
              <a:t>Carte bloquée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401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D3A2E"/>
                </a:solidFill>
                <a:latin typeface="Calibri"/>
              </a:rPr>
              <a:t>La carte a été déclarée perdue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50208"/>
            <a:ext cx="10789920" cy="67665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5137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D9463E"/>
                </a:solidFill>
                <a:latin typeface="Calibri"/>
              </a:rPr>
              <a:t>Abonnement expiré le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1513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D3A2E"/>
                </a:solidFill>
                <a:latin typeface="Calibri"/>
              </a:rPr>
              <a:t>La date de fin est dépassée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51376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A7A3B"/>
                </a:solidFill>
                <a:latin typeface="Calibri"/>
              </a:rPr>
              <a:t>Vendez un nouvel abonnement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00016"/>
            <a:ext cx="107899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011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D9463E"/>
                </a:solidFill>
                <a:latin typeface="Calibri"/>
              </a:rPr>
              <a:t>Plus d'entrées disponibles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9011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D3A2E"/>
                </a:solidFill>
                <a:latin typeface="Calibri"/>
              </a:rPr>
              <a:t>Le forfait est terminé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90118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A7A3B"/>
                </a:solidFill>
                <a:latin typeface="Calibri"/>
              </a:rPr>
              <a:t>Vendez un nouvel abonnement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49824"/>
            <a:ext cx="10789920" cy="67665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509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D9463E"/>
                </a:solidFill>
                <a:latin typeface="Calibri"/>
              </a:rPr>
              <a:t>Aucun abonnement actif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650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D3A2E"/>
                </a:solidFill>
                <a:latin typeface="Calibri"/>
              </a:rPr>
              <a:t>L'enfant n'a rien en cours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65099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A7A3B"/>
                </a:solidFill>
                <a:latin typeface="Calibri"/>
              </a:rPr>
              <a:t>Vendez un abonnement depuis sa fiche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6393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D9463E"/>
                </a:solidFill>
                <a:latin typeface="Calibri"/>
              </a:rPr>
              <a:t>Carte inconnue : </a:t>
            </a:r>
            <a:r>
              <a:rPr sz="1150" b="1">
                <a:solidFill>
                  <a:srgbClr val="2A7A3B"/>
                </a:solidFill>
                <a:latin typeface="Calibri"/>
              </a:rPr>
              <a:t>Créez la fiche et donnez-lui la carte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14223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D9463E"/>
                </a:solidFill>
                <a:latin typeface="Calibri"/>
              </a:rPr>
              <a:t>Carte bloquée : </a:t>
            </a:r>
            <a:r>
              <a:rPr sz="1150" b="1">
                <a:solidFill>
                  <a:srgbClr val="2A7A3B"/>
                </a:solidFill>
                <a:latin typeface="Calibri"/>
              </a:rPr>
              <a:t>Le parent doit utiliser la nouvelle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5566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Ne laissez jamais entrer un enfant refusé sans prévenir le responsable.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>
                <a:solidFill>
                  <a:srgbClr val="7B2FBE"/>
                </a:solidFill>
                <a:latin typeface="Calibri"/>
              </a:rPr>
              <a:t>La visite offerte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D3A2E"/>
                </a:solidFill>
                <a:latin typeface="Calibri"/>
              </a:rPr>
              <a:t>Le logiciel récompense les enfants fidèles tout seul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000" b="1">
                <a:solidFill>
                  <a:srgbClr val="7B2FBE"/>
                </a:solidFill>
                <a:latin typeface="Calibri"/>
              </a:rPr>
              <a:t>VISITE OFFERTE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D3A2E"/>
                </a:solidFill>
                <a:latin typeface="Calibri"/>
              </a:rPr>
              <a:t>Toutes les 10 visites payantes, la 11e visite est gratuite.</a:t>
            </a:r>
          </a:p>
          <a:p>
            <a:pPr algn="ctr">
              <a:lnSpc>
                <a:spcPct val="130000"/>
              </a:lnSpc>
              <a:spcAft>
                <a:spcPts val="500"/>
              </a:spcAft>
            </a:pPr>
          </a:p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D3A2E"/>
                </a:solidFill>
                <a:latin typeface="Calibri"/>
              </a:rPr>
              <a:t>Le logiciel compte tout seul et n'entame pas le forfait de l'enfant.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514600"/>
            <a:ext cx="5029200" cy="3566160"/>
          </a:xfrm>
          <a:prstGeom prst="roundRect">
            <a:avLst>
              <a:gd name="adj" fmla="val 8000"/>
            </a:avLst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92608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5C518"/>
                </a:solidFill>
                <a:latin typeface="Calibri"/>
              </a:rPr>
              <a:t>VOTRE 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566160"/>
            <a:ext cx="4297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Annoncez-le au parent avec le sourire 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« Aujourd'hui c'est offert, c'est la 11e visite d'Aminata ! 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C'est un moment qui fidélise le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>
                <a:solidFill>
                  <a:srgbClr val="F5C518"/>
                </a:solidFill>
                <a:latin typeface="Calibri"/>
              </a:rPr>
              <a:t>Inscrire un nouvel abonné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E8F7EA"/>
                </a:solidFill>
                <a:latin typeface="Calibri"/>
              </a:rPr>
              <a:t>Quatre étapes, deux minutes, sans avoir besoin du gérant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8488" y="2743200"/>
            <a:ext cx="658368" cy="65836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Créer sa fiche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73552" y="3401568"/>
            <a:ext cx="310896" cy="274320"/>
          </a:xfrm>
          <a:prstGeom prst="rightArrow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246888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53128" y="2743200"/>
            <a:ext cx="658368" cy="65836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6576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Lui donner une carte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08192" y="3401568"/>
            <a:ext cx="310896" cy="274320"/>
          </a:xfrm>
          <a:prstGeom prst="rightArrow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46888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87768" y="2743200"/>
            <a:ext cx="658368" cy="65836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Encaisser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42832" y="3401568"/>
            <a:ext cx="310896" cy="274320"/>
          </a:xfrm>
          <a:prstGeom prst="rightArrow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720" y="246888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22408" y="2743200"/>
            <a:ext cx="658368" cy="65836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6576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Il entre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2D3A2E"/>
                </a:solidFill>
                <a:latin typeface="Calibri"/>
              </a:rPr>
              <a:t>Les quatre écrans suivants montrent exactement ce que vous verrez.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Étape 1 — Créer la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Menu « Membres » puis le bouton jaune « + Nouveau membre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52570" y="1920239"/>
            <a:ext cx="4774650" cy="4206240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nouveau_me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94" y="1874519"/>
            <a:ext cx="4774650" cy="42062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460872" y="2704612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561719" y="2708818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4561719" y="338181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5039184" y="537978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2057400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0756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Le nom de l'enfant suffit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44144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C'est le seul champ obligatoire.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3081528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0998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La date de naissance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465576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C'est elle qui fera apparaître l'enfant dans les anniversaires à proposer.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4105656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12394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Le téléphone du parent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48970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Sans lui, impossible d'envoyer les relances. Ne le sautez jamais.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0" y="5129784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5148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Enregistrer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551383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La fiche s'ouvre aussitôt : vous enchaînez sur la carte.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Étape 2 — Lui donner une carte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Sur la fiche qui vient de s'ouvrir : « + Attribuer une carte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6961" y="2011679"/>
            <a:ext cx="5765868" cy="3657600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attribuer_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85" y="1965960"/>
            <a:ext cx="5765868" cy="36576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511296" y="3438144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3511296" y="4279392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442861" y="4864607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2057400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0756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Posez la carte neuve sur le lecteur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4144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Le champ vert se remplit tout seul. Ne tapez rien au clavier.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291840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31012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Le numéro imprimé est facultatif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7588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Utile si vos cartes portent un numéro visible.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4526280"/>
            <a:ext cx="457200" cy="45720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5445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Cliquez sur « Attribuer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91032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La carte est active immédiatement.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55321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571500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A7A3B"/>
                </a:solidFill>
                <a:latin typeface="Calibri"/>
              </a:rPr>
              <a:t>Un enfant = une seule carte 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Étape 3 — Encaisser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Sur la fiche : bouton jaune « Vendre un abonnement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5144" y="1920239"/>
            <a:ext cx="5269502" cy="4206240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vendre_abon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68" y="1874519"/>
            <a:ext cx="5269502" cy="42062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092146" y="2658343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723281" y="4424964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2562785" y="5219943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5039451" y="5535411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2057400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0756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Choisissez la formule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44144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Elle se met en vert quand elle est sélectionnée.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3081528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0998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Choisissez le paiement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465576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Espèces, Orange Money, MTN MoMo ou carte.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4105656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12394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Le montant est bloqué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48970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Vous ne pouvez pas le changer : c'est le prix du parc. Cela vous protège.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0" y="5129784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5148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Encaissez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551383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Le reçu s'imprime tout seul, avec votre nom dessus.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Étape 4 — L'enfant 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Il pose sa carte tout de suite : c'est déjà actif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094295"/>
            <a:ext cx="5669280" cy="3858128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entree_autori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8575"/>
            <a:ext cx="5669280" cy="38581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20840" y="219456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2A7A3B"/>
                </a:solidFill>
                <a:latin typeface="Calibri"/>
              </a:rPr>
              <a:t>C'est terminé.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06324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650" b="0">
                <a:solidFill>
                  <a:srgbClr val="2D3A2E"/>
                </a:solidFill>
                <a:latin typeface="Calibri"/>
              </a:rPr>
              <a:t>Le parent est inscrit, il a payé, son enfant joue.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650" b="0">
                <a:solidFill>
                  <a:srgbClr val="2D3A2E"/>
                </a:solidFill>
                <a:latin typeface="Calibri"/>
              </a:rPr>
              <a:t>Vous avez fait les quatre étapes seul, en deux minutes, sans appeler personne.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650" b="0">
                <a:solidFill>
                  <a:srgbClr val="2D3A2E"/>
                </a:solidFill>
                <a:latin typeface="Calibri"/>
              </a:rPr>
              <a:t>L'abonnement est décompté automatiquement à chaque passage : il vous reste juste à poser la carte, les prochaines fois.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Une carte perdue ? On la remplace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Ouvrez la fiche de l'enfant : bouton rouge « Carte perdue — la remplacer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28575">
            <a:solidFill>
              <a:srgbClr val="D94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1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D9463E"/>
                </a:solidFill>
                <a:latin typeface="Calibri"/>
              </a:rPr>
              <a:t>Ne créez JAMAIS une deuxième fiche pour le même enfant.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Vous perdriez son abonnement, ses entrées restantes et son historique.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7187" y="3063239"/>
            <a:ext cx="4045177" cy="2926080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fiche_me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11" y="3017520"/>
            <a:ext cx="4045177" cy="29260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3764729" y="4317796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3159345"/>
            <a:ext cx="2743200" cy="2733869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carte_perd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13625"/>
            <a:ext cx="2743200" cy="2733869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208776" y="4343213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3200400"/>
            <a:ext cx="457200" cy="457200"/>
          </a:xfrm>
          <a:prstGeom prst="ellipse">
            <a:avLst/>
          </a:prstGeom>
          <a:solidFill>
            <a:srgbClr val="D9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21868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Ouvrez la fiche de l'enfant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358444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Menu Membres, puis « Ouvrir ».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4160520"/>
            <a:ext cx="457200" cy="457200"/>
          </a:xfrm>
          <a:prstGeom prst="ellipse">
            <a:avLst/>
          </a:prstGeom>
          <a:solidFill>
            <a:srgbClr val="D9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178807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Posez la nouvelle carte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454456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Le champ vert se remplit tout seul.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5120640"/>
            <a:ext cx="457200" cy="457200"/>
          </a:xfrm>
          <a:prstGeom prst="ellipse">
            <a:avLst/>
          </a:prstGeom>
          <a:solidFill>
            <a:srgbClr val="D9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138927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Validez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550468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7C8F7E"/>
                </a:solidFill>
                <a:latin typeface="Calibri"/>
              </a:rPr>
              <a:t>L'ancienne carte est refusée dès cet instant. L'abonnement et les entrées restantes sont conservés.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Appeler les parents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Menu « Relances WhatsApp » — le chiffre indique combien de parents appeler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20239"/>
            <a:ext cx="6876288" cy="4297680"/>
          </a:xfrm>
          <a:prstGeom prst="roundRect">
            <a:avLst>
              <a:gd name="adj" fmla="val 2000"/>
            </a:avLst>
          </a:prstGeom>
          <a:solidFill>
            <a:srgbClr val="E6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rel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874519"/>
            <a:ext cx="6876288" cy="42976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366113" y="269245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597968" y="297180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4597968" y="4024731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8549640" y="214884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1305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2D3A2E"/>
                </a:solidFill>
                <a:latin typeface="Calibri"/>
              </a:rPr>
              <a:t>Le compteur du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4414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7C8F7E"/>
                </a:solidFill>
                <a:latin typeface="Calibri"/>
              </a:rPr>
              <a:t>Le nombre de parents à contacter aujourd'hui.</a:t>
            </a:r>
          </a:p>
        </p:txBody>
      </p:sp>
      <p:sp>
        <p:nvSpPr>
          <p:cNvPr id="13" name="Oval 12"/>
          <p:cNvSpPr/>
          <p:nvPr/>
        </p:nvSpPr>
        <p:spPr>
          <a:xfrm>
            <a:off x="8549640" y="338328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3649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2D3A2E"/>
                </a:solidFill>
                <a:latin typeface="Calibri"/>
              </a:rPr>
              <a:t>Abonnements à renouveler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6758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7C8F7E"/>
                </a:solidFill>
                <a:latin typeface="Calibri"/>
              </a:rPr>
              <a:t>Un clic sur le bouton vert ouvre WhatsApp, message déjà écrit.</a:t>
            </a:r>
          </a:p>
        </p:txBody>
      </p:sp>
      <p:sp>
        <p:nvSpPr>
          <p:cNvPr id="16" name="Oval 15"/>
          <p:cNvSpPr/>
          <p:nvPr/>
        </p:nvSpPr>
        <p:spPr>
          <a:xfrm>
            <a:off x="8549640" y="461772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5994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2D3A2E"/>
                </a:solidFill>
                <a:latin typeface="Calibri"/>
              </a:rPr>
              <a:t>Anniversaires à venir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9103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7C8F7E"/>
                </a:solidFill>
                <a:latin typeface="Calibri"/>
              </a:rPr>
              <a:t>Proposez une fête au parc : c'est une vente facile.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321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D3A2E"/>
                </a:solidFill>
                <a:latin typeface="Calibri"/>
              </a:rPr>
              <a:t>Relisez toujours le message avant d'envoyer et ajoutez un mot personnel.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>
                <a:solidFill>
                  <a:srgbClr val="F5C518"/>
                </a:solidFill>
                <a:latin typeface="Calibri"/>
              </a:rPr>
              <a:t>Les 5 règles d'or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10512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Chaque action porte votre 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24028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entrées, encaissements : tout est enregistré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770632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98064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Ne prêtez jamais votre compte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27832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même à un collègue, même cinq minutes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58184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785616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Les prix ne se négocient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215384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le montant vient du catalogue, il est bloqué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745736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7731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Une carte = un enfant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202936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carte perdue : on remplace, on ne recrée pas la fiche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733288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2D3A2E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76072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Ne fermez pas la fenêtre noire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6190488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c'est le moteur du logiciel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2A7A3B"/>
                </a:solidFill>
                <a:latin typeface="Calibri"/>
              </a:rPr>
              <a:t>En cas de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Trois pannes courantes, trois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7685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L'écran ne s'ouvre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258568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Vérifiez que la fenêtre « Didikids Parc - Serveur » est ouverte dans la barre des tâches. Sinon, double-cliquez sur l'icône du Bureau.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8328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0273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Le lecteur ne réagit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584448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Débranchez puis rebranchez le lecteur USB et relancez « Lecteur RFID ». En attendant, tapez le numéro de la carte à la 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0916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2861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Un menu a disparu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910328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Ce n'est pas une panne : chacun voit uniquement les pages qui le concernent. Le reste est réservé au responsable.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789920" cy="777240"/>
          </a:xfrm>
          <a:prstGeom prst="roundRect">
            <a:avLst>
              <a:gd name="adj" fmla="val 8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6062472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En cas de doute, appelez le responsable. Aucune question n'est bête.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Des questions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3611880"/>
            <a:ext cx="5943600" cy="1417320"/>
          </a:xfrm>
          <a:prstGeom prst="roundRect">
            <a:avLst>
              <a:gd name="adj" fmla="val 8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39319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500"/>
              </a:spcAft>
            </a:pPr>
            <a:r>
              <a:rPr sz="2400" b="1">
                <a:solidFill>
                  <a:srgbClr val="2D3A2E"/>
                </a:solidFill>
                <a:latin typeface="Calibri"/>
              </a:rPr>
              <a:t>Posez la carte.</a:t>
            </a:r>
          </a:p>
          <a:p>
            <a:pPr algn="ctr">
              <a:lnSpc>
                <a:spcPct val="120000"/>
              </a:lnSpc>
              <a:spcAft>
                <a:spcPts val="500"/>
              </a:spcAft>
            </a:pPr>
            <a:r>
              <a:rPr sz="2400" b="1">
                <a:solidFill>
                  <a:srgbClr val="2D3A2E"/>
                </a:solidFill>
                <a:latin typeface="Calibri"/>
              </a:rPr>
              <a:t>Lisez la couleur.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E8F7EA"/>
                </a:solidFill>
                <a:latin typeface="Calibri"/>
              </a:rPr>
              <a:t>Didikids Parc — parce que chaque enfant mérite de s'épanouir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